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7132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Relationship Id="rId4" Type="http://schemas.openxmlformats.org/officeDocument/2006/relationships/image" Target="../media/image3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91774" y="1918486"/>
            <a:ext cx="3139646" cy="209570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167082" y="1918486"/>
            <a:ext cx="3139645" cy="2095707"/>
          </a:xfrm>
          <a:prstGeom prst="rect">
            <a:avLst/>
          </a:prstGeom>
        </p:spPr>
      </p:pic>
      <p:cxnSp>
        <p:nvCxnSpPr>
          <p:cNvPr id="11" name="화살표 10"/>
          <p:cNvCxnSpPr/>
          <p:nvPr/>
        </p:nvCxnSpPr>
        <p:spPr>
          <a:xfrm flipV="1">
            <a:off x="5523789" y="4129158"/>
            <a:ext cx="526008" cy="433601"/>
          </a:xfrm>
          <a:prstGeom prst="straightConnector1">
            <a:avLst/>
          </a:prstGeom>
          <a:ln>
            <a:solidFill>
              <a:schemeClr val="lt1"/>
            </a:solidFill>
            <a:headEnd w="med" len="med"/>
            <a:tailEnd type="arrow" w="med" len="med"/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3" name="가로 글상자 12"/>
          <p:cNvSpPr txBox="1"/>
          <p:nvPr/>
        </p:nvSpPr>
        <p:spPr>
          <a:xfrm>
            <a:off x="3242054" y="4677724"/>
            <a:ext cx="3045868" cy="36615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lt1"/>
                </a:solidFill>
              </a:rPr>
              <a:t>카드 형식으로 클릭시 확대</a:t>
            </a:r>
            <a:r>
              <a:rPr lang="ko-KR" altLang="en-US">
                <a:solidFill>
                  <a:schemeClr val="dk1"/>
                </a:solidFill>
              </a:rPr>
              <a:t> </a:t>
            </a:r>
            <a:endParaRPr lang="ko-KR" altLang="en-US">
              <a:solidFill>
                <a:schemeClr val="dk1"/>
              </a:solidFill>
            </a:endParaRPr>
          </a:p>
        </p:txBody>
      </p:sp>
      <p:cxnSp>
        <p:nvCxnSpPr>
          <p:cNvPr id="14" name="화살표 13"/>
          <p:cNvCxnSpPr/>
          <p:nvPr/>
        </p:nvCxnSpPr>
        <p:spPr>
          <a:xfrm rot="16200000" flipH="1">
            <a:off x="5601980" y="6197646"/>
            <a:ext cx="810334" cy="1"/>
          </a:xfrm>
          <a:prstGeom prst="straightConnector1">
            <a:avLst/>
          </a:prstGeom>
          <a:ln>
            <a:solidFill>
              <a:schemeClr val="l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6287922" y="5884886"/>
            <a:ext cx="2896594" cy="36160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lt1"/>
                </a:solidFill>
              </a:rPr>
              <a:t>스크롤로 내리면 다음 화면</a:t>
            </a:r>
            <a:endParaRPr lang="ko-KR" altLang="en-US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55573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4315394" y="503971"/>
            <a:ext cx="3468807" cy="3631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김해 클레이아크 김해미술관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974" y="925771"/>
            <a:ext cx="12049835" cy="613584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526718" y="1712367"/>
            <a:ext cx="1044907" cy="36217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소개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487623" y="3068727"/>
            <a:ext cx="1123097" cy="3602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상세내용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526718" y="4569866"/>
            <a:ext cx="1204842" cy="36203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주변정보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590692" y="2387647"/>
            <a:ext cx="6980261" cy="3631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텍스트</a:t>
            </a: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590692" y="3746907"/>
            <a:ext cx="6980261" cy="3631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텍스트</a:t>
            </a:r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0936" y="5104914"/>
            <a:ext cx="11350128" cy="1504479"/>
          </a:xfrm>
          <a:prstGeom prst="rect">
            <a:avLst/>
          </a:prstGeom>
        </p:spPr>
      </p:pic>
      <p:cxnSp>
        <p:nvCxnSpPr>
          <p:cNvPr id="15" name="선 14"/>
          <p:cNvCxnSpPr/>
          <p:nvPr/>
        </p:nvCxnSpPr>
        <p:spPr>
          <a:xfrm>
            <a:off x="0" y="28094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>
            <a:off x="0" y="436936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화살표 16"/>
          <p:cNvCxnSpPr/>
          <p:nvPr/>
        </p:nvCxnSpPr>
        <p:spPr>
          <a:xfrm rot="10800000">
            <a:off x="4450450" y="2913655"/>
            <a:ext cx="341193" cy="335209"/>
          </a:xfrm>
          <a:prstGeom prst="straightConnector1">
            <a:avLst/>
          </a:prstGeom>
          <a:ln>
            <a:headEnd w="med" len="med"/>
            <a:tailEnd type="arrow" w="med" len="med"/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4912483" y="3162442"/>
            <a:ext cx="1183517" cy="35990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줄로 구분</a:t>
            </a:r>
            <a:endParaRPr lang="ko-KR" altLang="en-US"/>
          </a:p>
        </p:txBody>
      </p:sp>
      <p:cxnSp>
        <p:nvCxnSpPr>
          <p:cNvPr id="19" name="화살표 18"/>
          <p:cNvCxnSpPr/>
          <p:nvPr/>
        </p:nvCxnSpPr>
        <p:spPr>
          <a:xfrm rot="10800000">
            <a:off x="5843659" y="1539355"/>
            <a:ext cx="419384" cy="2867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6362558" y="1776341"/>
            <a:ext cx="1549588" cy="36487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클릭시 이동</a:t>
            </a:r>
            <a:endParaRPr lang="ko-KR" altLang="en-US"/>
          </a:p>
        </p:txBody>
      </p:sp>
      <p:cxnSp>
        <p:nvCxnSpPr>
          <p:cNvPr id="21" name="화살표 20"/>
          <p:cNvCxnSpPr/>
          <p:nvPr/>
        </p:nvCxnSpPr>
        <p:spPr>
          <a:xfrm rot="16200000" flipH="1" flipV="1">
            <a:off x="10467208" y="3578766"/>
            <a:ext cx="2607718" cy="6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가로 글상자 21"/>
          <p:cNvSpPr txBox="1"/>
          <p:nvPr/>
        </p:nvSpPr>
        <p:spPr>
          <a:xfrm>
            <a:off x="8409723" y="2074545"/>
            <a:ext cx="3432423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내용이 길면 스크롤 해서 아래로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15106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26</ep:Words>
  <ep:PresentationFormat>화면 슬라이드 쇼(4:3)</ep:PresentationFormat>
  <ep:Paragraphs>11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2025-10-08T07:00:44.720</dcterms:created>
  <dc:creator>Jung</dc:creator>
  <cp:lastModifiedBy>Jung</cp:lastModifiedBy>
  <dcterms:modified xsi:type="dcterms:W3CDTF">2025-10-08T07:14:24.608</dcterms:modified>
  <cp:revision>4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